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7" r:id="rId2"/>
    <p:sldId id="286" r:id="rId3"/>
    <p:sldId id="285" r:id="rId4"/>
    <p:sldId id="259" r:id="rId5"/>
    <p:sldId id="281" r:id="rId6"/>
    <p:sldId id="282" r:id="rId7"/>
    <p:sldId id="283" r:id="rId8"/>
    <p:sldId id="287" r:id="rId9"/>
    <p:sldId id="28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23.04.2026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23.04.2026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23.04.2026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Бахров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К.С.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Луканкин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419AF-6337-4668-A036-BEC32B44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02D92C-AC01-4949-A22E-FDE906D2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задачи…………………………………………………3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выражения……………………………………………4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данные……...……………………………………………5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Решение………….…………………………………………………6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выражения……………………………………………7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Ошибки………………..……………………………………………8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Выводы………………..……………………………………………9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4A7567-7946-454B-A280-F59ADEF2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63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101D8-8B40-42F2-9A7F-14E3E6B2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4A5E9A-5C8F-48D3-B42F-69DAF38E4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регулярное выражение, которое будет выявлять указанную в соответствии с номером варианта информацию из файла dev.txt. Язык реализации любой. Решение задач может потребовать итерационной процедуры с последовательным уточнением. Необходимо выделить этапы приближения и ограничения на комбинации символов.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A0182E-5613-4289-808B-0FBD936F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07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97E-1524-9722-4484-E9D8EC0F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символов, которая задаёт шаблон поиска в текстовых строках (для этого используется специальный синтаксис описания маски)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 нужны, чтобы: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шаблону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информации 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текста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4D9E-8AD3-3656-33F4-5B5271D3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test.txt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Мб) – это большой текстовый файл, содержащий смешанные данные (адреса, даты, города и т.д.).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варианте (2) требуется найти адреса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записаны в различных форматах.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ABC5-B56D-988D-BA53-B1640E9A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6A81F37-C703-4FEE-9894-6FD2D3974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" y="1484753"/>
            <a:ext cx="12083845" cy="924191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4A65-D55E-6252-DC10-51BBACF2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E91BD-8233-4E7A-BF74-210A6D38302B}"/>
              </a:ext>
            </a:extLst>
          </p:cNvPr>
          <p:cNvSpPr txBox="1"/>
          <p:nvPr/>
        </p:nvSpPr>
        <p:spPr>
          <a:xfrm>
            <a:off x="255639" y="2408944"/>
            <a:ext cx="1188228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 на языке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Алгоритмическая сложность программы О(1)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-o – выводить только сами совпадения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-E – использовать расширенные регулярные выражения.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 – ноль.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[1-9]{1,2} – числа от 1 до 99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1[0-9]{1,2} – числа от 10 до 199 (10–19 и 100–199).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2[0-5]{1,2} – числа от 20 до 25 и от 200 до 255 (20–25, 200–255).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Вся группа «октет + точка» повторяется ровно 3 раза: (...){3}.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Второй 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grep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(очистка и извлечение IP)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([0-9]{1,3}\.){3} – три раза группа «от 1 до 3 цифр и точка».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Это упрощённый шаблон IPv4-адреса, не проверяющий диапазон 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 каждой строки, полученной от первого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извлекает только ту часть, которая похожа на IP-адрес.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[0-9]{1,3} – от 1 до 3 цифр в конце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43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A2E-2797-361B-33B4-1596D257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7329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Реализованный код, позволяет посчитать общее кол-во адресов (497).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7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7E4079-CE07-4158-BF81-25F8F5CD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078" y="0"/>
            <a:ext cx="3676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94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A2E-2797-361B-33B4-1596D257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3330"/>
            <a:ext cx="11862619" cy="5239541"/>
          </a:xfrm>
        </p:spPr>
        <p:txBody>
          <a:bodyPr>
            <a:normAutofit/>
          </a:bodyPr>
          <a:lstStyle/>
          <a:p>
            <a:pPr algn="just"/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первого рода:</a:t>
            </a:r>
          </a:p>
          <a:p>
            <a:pPr marL="0" indent="0" algn="just">
              <a:buNone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распознает IPv4-адрес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 вида X.X.X.X, где </a:t>
            </a:r>
            <a:r>
              <a:rPr kumimoji="0" lang="ru-RU" altLang="ru-RU" sz="2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каждое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 — число от 0 до 255, перед которым обязательно стоит пробел, а после — запятая или точка. Ложные срабатывания возможны, если такие последовательности встречаются в тексте, но не являются реальными IP-адресами.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второго рода	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запятой или точки после адреса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после IP-адреса идёт пробел, конец строки, закрывающая скобка или любой другой символ, кроме запятой или точки, адрес будет пропущен. Например: 192.168.1.1 (пробел) или (192.168.1.1).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8</a:t>
            </a:fld>
            <a:endParaRPr lang="ru-RU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E4296DA-BBF1-4F08-B0A2-30865FD49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Команда распознает как IPv4-адрес последовательности вида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X.X.X.X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, где каждое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X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— число от 0 до 255, перед которым обязательно стоит пробел, а после — запятая или точка. Ложные срабатывания возможны, если такие последовательности встречаются в тексте, но не являются реальными IP-адресами.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4F44210-9A7E-49F4-BBFB-379A47251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Команда распознает как IPv4-адрес последовательности вида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X.X.X.X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, где каждое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X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— число от 0 до 255, перед которым обязательно стоит пробел, а после — запятая или точка. Ложные срабатывания возможны, если такие последовательности встречаются в тексте, но не являются реальными IP-адресами.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559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4D9-8908-F3AE-7F83-12FD6B77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EAFE-C983-93B5-4491-0974C75B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работы было разработано регулярное выражение для поиска IPv4-адресов в файле test.txt. Построение выражения выполнялось поэтапно: от упрощённого шаблона, выделяющего любые последовательности вида «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цифры.цифры.цифры.цифры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», к более точной конструкции с проверкой диапазона каждого октета (0–255) и учётом границ слов Итоговый шаблон позволяет корректно выделять большинство IPv4-адресов, записанных в десятичной форме. При этом установлено, что возможны ошибки первого рода, а также ошибки второго рода.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E23C-42B0-95DB-3A60-D74D265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685</Words>
  <Application>Microsoft Office PowerPoint</Application>
  <PresentationFormat>Широкоэкранный</PresentationFormat>
  <Paragraphs>56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Menlo</vt:lpstr>
      <vt:lpstr>quote-cjk-patch</vt:lpstr>
      <vt:lpstr>Times New Roman</vt:lpstr>
      <vt:lpstr>Office Theme</vt:lpstr>
      <vt:lpstr>Отчёт по лабораторной работе №6</vt:lpstr>
      <vt:lpstr>Содержание</vt:lpstr>
      <vt:lpstr>Постановка задачи</vt:lpstr>
      <vt:lpstr>Регулярные выражения (re)</vt:lpstr>
      <vt:lpstr>Входные данные</vt:lpstr>
      <vt:lpstr>Решение</vt:lpstr>
      <vt:lpstr>Результат </vt:lpstr>
      <vt:lpstr>Ошибки 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Егор Королёв</dc:creator>
  <cp:lastModifiedBy>Вячеслав Луканкин</cp:lastModifiedBy>
  <cp:revision>7</cp:revision>
  <dcterms:created xsi:type="dcterms:W3CDTF">2026-04-14T20:09:30Z</dcterms:created>
  <dcterms:modified xsi:type="dcterms:W3CDTF">2026-04-23T07:20:50Z</dcterms:modified>
</cp:coreProperties>
</file>